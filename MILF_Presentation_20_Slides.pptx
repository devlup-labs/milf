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3B82F6"/>
                </a:solidFill>
              </a:defRPr>
            </a:pPr>
            <a:r>
              <a:t>MILF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293B"/>
                </a:solidFill>
              </a:defRPr>
            </a:pPr>
            <a:r>
              <a:t>Mobile Infra for Lambdas and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A Distributed Serverless Platform Harnessing Consumer Edge Devices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</a:defRPr>
            </a:pPr>
            <a:r>
              <a:t>for WebAssembly-Based Compute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4754880"/>
            <a:ext cx="274320" cy="2743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71600" y="4754880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28800" y="4754880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86000" y="4754880"/>
            <a:ext cx="274320" cy="2743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Devlup Labs  ·  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MILF · Mobile Infra for Lambdas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2/20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The Problem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Why current cloud infrastructure is broken for the next billion workloads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F43F5E"/>
                </a:solidFill>
              </a:rPr>
              <a:t>▸ Centralized Cloud Overhead: </a:t>
            </a:r>
            <a:r>
              <a:rPr sz="1300">
                <a:solidFill>
                  <a:srgbClr val="475569"/>
                </a:solidFill>
              </a:rPr>
              <a:t>Traditional cloud computing is expensive — massive proprietary data centers impose high operational costs and vendor lock-in.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43F5E"/>
                </a:solidFill>
              </a:rPr>
              <a:t>▸ Underutilized Edge Resources: </a:t>
            </a:r>
            <a:r>
              <a:rPr sz="1300">
                <a:solidFill>
                  <a:srgbClr val="475569"/>
                </a:solidFill>
              </a:rPr>
              <a:t>Millions of smartphones sit idle at any moment with unused processing power, memory, and storage — a globally distributed supercomputer gathering dust.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43F5E"/>
                </a:solidFill>
              </a:rPr>
              <a:t>▸ Serverless Bottlenecks: </a:t>
            </a:r>
            <a:r>
              <a:rPr sz="1300">
                <a:solidFill>
                  <a:srgbClr val="475569"/>
                </a:solidFill>
              </a:rPr>
              <a:t>Traditional FaaS (Lambda, Cloud Functions) rely on large container deployments and push-based dispatch. They suffer from cold-start delays (100ms–5s), memory starvation, and timeout management nightmares for unresponsive nodes.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43F5E"/>
                </a:solidFill>
              </a:rPr>
              <a:t>▸ Isolation Limitations: </a:t>
            </a:r>
            <a:r>
              <a:rPr sz="1300">
                <a:solidFill>
                  <a:srgbClr val="475569"/>
                </a:solidFill>
              </a:rPr>
              <a:t>Executing arbitrary untrusted code natively on edge devices is historically hazardous without deep OS-level sandboxing — Docker is too heavy for mobile.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MILF · Mobile Infra for Lambdas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3/20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The Idea Behind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Harnessing Edge Devices for Distributed Compute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366F1"/>
                </a:solidFill>
              </a:rPr>
              <a:t>▸ The Concept: </a:t>
            </a:r>
            <a:r>
              <a:rPr sz="1300">
                <a:solidFill>
                  <a:srgbClr val="475569"/>
                </a:solidFill>
              </a:rPr>
              <a:t>Create an infinitely scalable distributed computing network leveraging consumer devices (smartphones) as compute nodes.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366F1"/>
                </a:solidFill>
              </a:rPr>
              <a:t>▸ The Vehicle: </a:t>
            </a:r>
            <a:r>
              <a:rPr sz="1300">
                <a:solidFill>
                  <a:srgbClr val="475569"/>
                </a:solidFill>
              </a:rPr>
              <a:t>Utilize WebAssembly (WASM) as the universal compilation target — code written in C, C++, Rust, or Go runs securely and natively across any device without Docker overhead.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366F1"/>
                </a:solidFill>
              </a:rPr>
              <a:t>▸ The Paradigm Shift: </a:t>
            </a:r>
            <a:r>
              <a:rPr sz="1300">
                <a:solidFill>
                  <a:srgbClr val="475569"/>
                </a:solidFill>
              </a:rPr>
              <a:t>Move from a top-down "Server-Pushes-to-Worker" model to a "Worker-Pulls-from-Server" (Bulletin Board) model — completely eliminates server-side tracking of device connections.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MILF · Mobile Infra for Lambdas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4/20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UBER for Compute Power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Our solution in plain 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① Developer writes a function and hits 'Deploy' on the MILF dashboard.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② Instead of running on an expensive AWS/GCP server, the function is compiled into a tiny, ultra-secure WASM bundle.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③ Thousands of connected smartphones around the world dynamically 'check in', declare their available memory, and grab a task that fits.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④ The phone computes the result securely inside a sandbox, then sends it back.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</a:defRPr>
            </a:pPr>
            <a:r>
              <a:t>⑤ The central server never micromanages the phones — it acts as a smart notice board. The network scales to millions of phones effortlessly.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MILF · Mobile Infra for Lambdas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5/20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Key Architecture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Three pillars of the MILF distributed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3383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① Central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Code intake via HTTP/REST API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Multi-lang WASM compilation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C → WASM via wasi-sdk clang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Auto-wrapper generation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SHA256 hashed binary storage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Google OAuth + JWT Auth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PostgreSQL persistence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011680"/>
            <a:ext cx="338328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② Stateless Dispatcher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Pull-Based Job Scheduling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RAM-bucketed queue pools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Zero device-state tracking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Automatic re-enqueue on failure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WebSocket + HTTP heartbeats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Priority-based matching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Crash-immune by 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011680"/>
            <a:ext cx="3383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③ Consumer Sandbox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Flutter → Kotlin → WAMR bridge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WAMR (WebAssembly Micro Runtime)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PID/Mount/Network namespaces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Seccomp syscall filtering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Memory admission control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30s execution timeout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File output → server upload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MILF · Mobile Infra for Lambdas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6/20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Architecture: Central Server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Intake → Compilation → Storage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E293B"/>
                </a:solidFill>
              </a:rPr>
              <a:t>▸ Intake Layer: </a:t>
            </a:r>
            <a:r>
              <a:rPr sz="1300">
                <a:solidFill>
                  <a:srgbClr val="475569"/>
                </a:solidFill>
              </a:rPr>
              <a:t>Accepts source code as raw text, ZIP archives, or Docker contexts via HTTP REST endpoints. Code is streamed into isolated temp directories.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E293B"/>
                </a:solidFill>
              </a:rPr>
              <a:t>▸ Compilation Engine: </a:t>
            </a:r>
            <a:r>
              <a:rPr sz="1300">
                <a:solidFill>
                  <a:srgbClr val="475569"/>
                </a:solidFill>
              </a:rPr>
              <a:t>Language-specific branching: C is compiled using wasi-sdk clang with 12+ safety flags (--target=wasm32-wasi, -mno-bulk-memory, -nostdlib, etc.) to produce minimal .wasm binaries.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E293B"/>
                </a:solidFill>
              </a:rPr>
              <a:t>▸ Auto-Wrapper Generation: </a:t>
            </a:r>
            <a:r>
              <a:rPr sz="1300">
                <a:solidFill>
                  <a:srgbClr val="475569"/>
                </a:solidFill>
              </a:rPr>
              <a:t>User functions are dynamically wrapped to map to the strict WASM memory model: run(in, len, out, cap) → add(a,b).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E293B"/>
                </a:solidFill>
              </a:rPr>
              <a:t>▸ Storage Model: </a:t>
            </a:r>
            <a:r>
              <a:rPr sz="1300">
                <a:solidFill>
                  <a:srgbClr val="475569"/>
                </a:solidFill>
              </a:rPr>
              <a:t>Compiled WASM binaries are base64-encoded and stored as BYTEA in PostgreSQL alongside function metadata (runtime, memory allocation, run type, cron expressions).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MILF · Mobile Infra for Lambdas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7/20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Architecture: Stateless Task Dispatcher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Pull-Based Queue Management — the Bulletin Board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6366F1"/>
                </a:solidFill>
              </a:rPr>
              <a:t>▸ Bulletin Board Model: </a:t>
            </a:r>
            <a:r>
              <a:rPr sz="1300">
                <a:solidFill>
                  <a:srgbClr val="475569"/>
                </a:solidFill>
              </a:rPr>
              <a:t>The server maintains categorized queues of pending jobs based on resource requirements (memory size) while keeping ZERO state on which devices are online.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366F1"/>
                </a:solidFill>
              </a:rPr>
              <a:t>▸ RAM-Bucketed Queues: </a:t>
            </a:r>
            <a:r>
              <a:rPr sz="1300">
                <a:solidFill>
                  <a:srgbClr val="475569"/>
                </a:solidFill>
              </a:rPr>
              <a:t>3 tiered queues: queue-1 (0–1024 MB), queue-2 (1025–4096 MB), queue-3 (4097–8192 MB). Jobs are algorithmically routed to the appropriate bucket.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366F1"/>
                </a:solidFill>
              </a:rPr>
              <a:t>▸ Dynamic Pulls: </a:t>
            </a:r>
            <a:r>
              <a:rPr sz="1300">
                <a:solidFill>
                  <a:srgbClr val="475569"/>
                </a:solidFill>
              </a:rPr>
              <a:t>Consumer phones routinely ping the server declaring their exact availability (e.g., 'I have 200MB free'). The server instantly matches and hands off a task.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6366F1"/>
                </a:solidFill>
              </a:rPr>
              <a:t>▸ Crash Immunity: </a:t>
            </a:r>
            <a:r>
              <a:rPr sz="1300">
                <a:solidFill>
                  <a:srgbClr val="475569"/>
                </a:solidFill>
              </a:rPr>
              <a:t>If a phone dies or disconnects, the server doesn't crash handling timeouts — the unclaimed job stays in the queue for the next available device.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MILF · Mobile Infra for Lambdas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8/20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Architecture: Consumer Native Sandbox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Android / WAMR Execution 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8B5CF6"/>
                </a:solidFill>
              </a:rPr>
              <a:t>▸ Flutter Orchestrator: </a:t>
            </a:r>
            <a:r>
              <a:rPr sz="1300">
                <a:solidFill>
                  <a:srgbClr val="475569"/>
                </a:solidFill>
              </a:rPr>
              <a:t>The Dart layer manages connectivity (CloudSync), heartbeats, task reception via WebSocket, and result submission back to the server.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B5CF6"/>
                </a:solidFill>
              </a:rPr>
              <a:t>▸ Admission Control: </a:t>
            </a:r>
            <a:r>
              <a:rPr sz="1300">
                <a:solidFill>
                  <a:srgbClr val="475569"/>
                </a:solidFill>
              </a:rPr>
              <a:t>Before any WASM instance is created, the system checks device memory limits and concurrency to prevent Host OOM (Out-Of-Memory) crashes.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B5CF6"/>
                </a:solidFill>
              </a:rPr>
              <a:t>▸ Hard Isolation Sandbox: </a:t>
            </a:r>
            <a:r>
              <a:rPr sz="1300">
                <a:solidFill>
                  <a:srgbClr val="475569"/>
                </a:solidFill>
              </a:rPr>
              <a:t>PID/Mount/Network Namespaces keep the host immune. Seccomp Filters restrict system calls. Cgroups limit CPU/Memory usage.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B5CF6"/>
                </a:solidFill>
              </a:rPr>
              <a:t>▸ WAMR Execution: </a:t>
            </a:r>
            <a:r>
              <a:rPr sz="1300">
                <a:solidFill>
                  <a:srgbClr val="475569"/>
                </a:solidFill>
              </a:rPr>
              <a:t>The WebAssembly Micro Runtime (C++ JNI bridge, 31KB native-lib.cpp) safely executes the payload completely isolated from the host filesystem.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MILF · Mobile Infra for Lambdas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9/20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Why Monolithic Over Microservices?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Architectural decision rationale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B8A6"/>
                </a:solidFill>
              </a:rPr>
              <a:t>▸ Speed of Dispatch: </a:t>
            </a:r>
            <a:r>
              <a:rPr sz="1300">
                <a:solidFill>
                  <a:srgbClr val="475569"/>
                </a:solidFill>
              </a:rPr>
              <a:t>The pull-based dispatcher relies on sub-millisecond matching between arriving requests and pending queues. Housing queue, storage, and dispatch APIs in a single Go binary eliminates slow cross-network RPC calls.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4B8A6"/>
                </a:solidFill>
              </a:rPr>
              <a:t>▸ Zero-State Worker Tracking: </a:t>
            </a:r>
            <a:r>
              <a:rPr sz="1300">
                <a:solidFill>
                  <a:srgbClr val="475569"/>
                </a:solidFill>
              </a:rPr>
              <a:t>Since consumer devices self-manage their state (they pull when ready), the server doesn't require distributed state synchronization databases typical of microservice architectures.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4B8A6"/>
                </a:solidFill>
              </a:rPr>
              <a:t>▸ Unified Pipeline: </a:t>
            </a:r>
            <a:r>
              <a:rPr sz="1300">
                <a:solidFill>
                  <a:srgbClr val="475569"/>
                </a:solidFill>
              </a:rPr>
              <a:t>Bundling the compilation engine and dispatcher together natively prevents breaking changes between compilation schemas and the dispatcher contract.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4B8A6"/>
                </a:solidFill>
              </a:rPr>
              <a:t>▸ Operational Simplicity: </a:t>
            </a:r>
            <a:r>
              <a:rPr sz="1300">
                <a:solidFill>
                  <a:srgbClr val="475569"/>
                </a:solidFill>
              </a:rPr>
              <a:t>Single binary deployment (go build), single database, single log stream. Dramatically reduces DevOps overhead for a research 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MILF · Mobile Infra for Lambdas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10/20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What is Done Currently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Implemented features and milestones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2C55E"/>
                </a:solidFill>
              </a:rPr>
              <a:t>▸ Multi-Language Compiler Pipeline: </a:t>
            </a:r>
            <a:r>
              <a:rPr sz="1300">
                <a:solidFill>
                  <a:srgbClr val="475569"/>
                </a:solidFill>
              </a:rPr>
              <a:t>Server unpacks source code, determines language context (C runtime), and compiles through wasi-sdk clang with 12+ safety flags down to portable .wasm binaries.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2C55E"/>
                </a:solidFill>
              </a:rPr>
              <a:t>▸ High-Scale Queue Architecture: </a:t>
            </a:r>
            <a:r>
              <a:rPr sz="1300">
                <a:solidFill>
                  <a:srgbClr val="475569"/>
                </a:solidFill>
              </a:rPr>
              <a:t>Evolved from list searches → tree structures → current stateless pull-based RAM-bucketed queues. Completely resolves timeout crashes.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2C55E"/>
                </a:solidFill>
              </a:rPr>
              <a:t>▸ Mobile Sandbox Prototyping: </a:t>
            </a:r>
            <a:r>
              <a:rPr sz="1300">
                <a:solidFill>
                  <a:srgbClr val="475569"/>
                </a:solidFill>
              </a:rPr>
              <a:t>Flutter ↔ Kotlin ↔ C++ bridge established. WAMR integration running. Admission control, execution monitoring, and memory tracking implemented.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2C55E"/>
                </a:solidFill>
              </a:rPr>
              <a:t>▸ Full-Stack Integration: </a:t>
            </a:r>
            <a:r>
              <a:rPr sz="1300">
                <a:solidFill>
                  <a:srgbClr val="475569"/>
                </a:solidFill>
              </a:rPr>
              <a:t>React dashboard (Vite + ShadcnUI), Google OAuth, JWT auth, WebSocket task dispatch, real-time execution logs, and billing/policy enforcement all wired end-to-end.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MILF · Mobile Infra for Lambdas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11/20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Theoretical Research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Academic foundations supporting the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F59E0B"/>
                </a:solidFill>
              </a:rPr>
              <a:t>▸ Device Resource Management: </a:t>
            </a:r>
            <a:r>
              <a:rPr sz="1300">
                <a:solidFill>
                  <a:srgbClr val="475569"/>
                </a:solidFill>
              </a:rPr>
              <a:t>Deep research into Android Debug.MemoryInfo and Runtime.getRuntime().freeMemory() for safely mapping CPU/RAM usage on consumer devices to prevent host crash/starvation.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59E0B"/>
                </a:solidFill>
              </a:rPr>
              <a:t>▸ Queue Search Optimization: </a:t>
            </a:r>
            <a:r>
              <a:rPr sz="1300">
                <a:solidFill>
                  <a:srgbClr val="475569"/>
                </a:solidFill>
              </a:rPr>
              <a:t>Mathematical analysis of matching algorithms — proving that shifting from O(n) push-based to O(1) pull-based bucket selection achieves hyper-scalability.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59E0B"/>
                </a:solidFill>
              </a:rPr>
              <a:t>▸ WASM Security Model: </a:t>
            </a:r>
            <a:r>
              <a:rPr sz="1300">
                <a:solidFill>
                  <a:srgbClr val="475569"/>
                </a:solidFill>
              </a:rPr>
              <a:t>Investigated seccomp syscall parameters, Bytecode Alliance's WAMR isolation guarantees, and WASI capability-based security for robust execution of untrusted code.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F59E0B"/>
                </a:solidFill>
              </a:rPr>
              <a:t>▸ Edge Computing Literature: </a:t>
            </a:r>
            <a:r>
              <a:rPr sz="1300">
                <a:solidFill>
                  <a:srgbClr val="475569"/>
                </a:solidFill>
              </a:rPr>
              <a:t>Surveyed fog computing, cloudlet architectures, and volunteer computing models (BOINC, Folding@home) to identify failure modes and scalability patterns.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MILF · Mobile Infra for Lambdas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12/20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API Reference: Gateway (Lambda) Endpoints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RESTful API surface for function lifecycle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5156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99669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┌──────────┬──────────────────────────────────────────────┬─────────────────────────────────┐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METHOD  │  ENDPOINT                                    │  DESCRIPTION   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├──────────┼──────────────────────────────────────────────┼─────────────────────────────────┤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POST    │  /api/v1/auth/register                       │  Register new user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POST    │  /api/v1/auth/login                          │  Login (JWT)    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POST    │  /api/v1/auth/google                         │  Google OAuth 2.0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├──────────┼──────────────────────────────────────────────┼─────────────────────────────────┤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POST    │  /api/v1/functions/create                    │  Create + compile lambda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POST    │  /api/v1/functions/invoke                    │  Invoke (dispatch to sink)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GET     │  /api/v1/functions/{id}                      │  Get function details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GET     │  /api/v1/invocations                         │  List all invocations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├──────────┼──────────────────────────────────────────────┼─────────────────────────────────┤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GET     │  /api/v1/lambdas                             │  List all lambdas (user)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POST    │  /api/v1/lambdas                             │  Store new lambda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GET     │  /api/v1/lambdas/{id}                        │  Get lambda by ID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DELETE  │  /api/v1/lambdas/{id}                        │  Delete lambda  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GET     │  /api/v1/lambdas/{id}/wasm                   │  Download compiled WASM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POST    │  /api/v1/execute/{id}                        │  Direct execution (sync/async)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└──────────┴──────────────────────────────────────────────┴─────────────────────────────────┘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MILF · Mobile Infra for Lambdas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13/20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API Reference: Sink, Scheduling &amp; Observability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Mobile sink management, cron control, and monitoring APIs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5156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99669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┌──────────┬──────────────────────────────────────────────┬─────────────────────────────────┐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METHOD  │  ENDPOINT                                    │  DESCRIPTION   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├──────────┼──────────────────────────────────────────────┼─────────────────────────────────┤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POST    │  /api/v1/sinks/register                      │  Register new sink (device)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POST    │  /api/v1/sinks/login                         │  Sink authentication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POST    │  /api/v1/sinks/heartbeat                     │  Report RAM/storage availability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POST    │  /api/v1/sinks/result                        │  Submit task execution result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GET     │  /api/v1/sinks                               │  List all registered sinks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GET     │  /api/v1/sinks/{id}                          │  Get sink details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DELETE  │  /api/v1/sinks/{id}                          │  Unregister sink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GET     │  /api/v1/sinks/ws?sinkId=...                 │  WebSocket connection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GET     │  /api/v1/tasks/{id}/result                   │  Get task execution result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├──────────┼──────────────────────────────────────────────┼─────────────────────────────────┤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POST    │  /api/v1/lambdas/{id}/schedule/pause         │  Pause cron schedule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POST    │  /api/v1/lambdas/{id}/schedule/resume        │  Resume cron schedule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GET     │  /api/v1/lambdas/{id}/schedule/status        │  Get schedule status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├──────────┼──────────────────────────────────────────────┼─────────────────────────────────┤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GET     │  /api/v1/logs?level=...&amp;limit=...            │  Query execution logs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GET     │  /api/v1/users/me/usage                      │  Get billing &amp; quota usage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POST    │  /api/v1/files                               │  Upload binary file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│  GET     │  /api/v1/files/{id}                          │  Download binary file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└──────────┴──────────────────────────────────────────────┴─────────────────────────────────┘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MILF · Mobile Infra for Lambdas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14/20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WebSocket Protocol: Real-Time Task Dispatch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Bidirectional communication between server and mobile sinks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8B5CF6"/>
                </a:solidFill>
              </a:rPr>
              <a:t>▸ Connection: </a:t>
            </a:r>
            <a:r>
              <a:rPr sz="1200">
                <a:solidFill>
                  <a:srgbClr val="475569"/>
                </a:solidFill>
              </a:rPr>
              <a:t>GET /api/v1/sinks/ws?sinkId=&lt;id&gt; — Upgrades HTTP to WebSocket. On connect, the sink is registered in the connection hub.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B5CF6"/>
                </a:solidFill>
              </a:rPr>
              <a:t>▸ Heartbeat (Sink → Server): </a:t>
            </a:r>
            <a:r>
              <a:rPr sz="1200">
                <a:solidFill>
                  <a:srgbClr val="475569"/>
                </a:solidFill>
              </a:rPr>
              <a:t>{"type":"heartbeat", "payload":{"sink_id":"...", "ram_available_mb":512, "storage_available_mb":1024}} — Sent periodically to report device capacity.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B5CF6"/>
                </a:solidFill>
              </a:rPr>
              <a:t>▸ Task Assignment (Server → Sink): </a:t>
            </a:r>
            <a:r>
              <a:rPr sz="1200">
                <a:solidFill>
                  <a:srgbClr val="475569"/>
                </a:solidFill>
              </a:rPr>
              <a:t>{"type":"task_assignment", "payload":{"execution_id":"...", "lambda_id":"...", "wasm_bytes":"&lt;base64&gt;", "input":{...}}} — WASM binary is inlined into the payload.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8B5CF6"/>
                </a:solidFill>
              </a:rPr>
              <a:t>▸ Task Result (Sink → Server): </a:t>
            </a:r>
            <a:r>
              <a:rPr sz="1200">
                <a:solidFill>
                  <a:srgbClr val="475569"/>
                </a:solidFill>
              </a:rPr>
              <a:t>{"type":"task_result", "payload":{"execution_id":"...", "output":42, "success":true}} — Returns result back up the chain; triggers NotifyResult to unblock sync callers.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MILF · Mobile Infra for Lambdas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15/20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Compilation Pipeline: C → WASM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How source code becomes an executable WebAssembly binary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5156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99669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# Actual clang invocation from compiler.go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$ wasi-sdk/bin/clang \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--target=wasm32-wasi \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--sysroot=wasi-sdk/share/wasi-sysroot \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-I common_headers/ \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-O1 \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-mno-bulk-memory \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-mno-mutable-globals \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-mno-sign-ext \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-mno-reference-types \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-mno-nontrapping-fptoint \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-fno-builtin -nostdlib \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-fno-builtin-memcpy \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-fno-builtin-memmove \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-fno-builtin-memset \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-Wl,--no-entry \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-Wl,--export-all \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-Wl,--allow-undefined \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-Wl,--strip-all \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-Wl,--no-check-features \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input.c -o output.wasm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MILF · Mobile Infra for Lambdas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16/20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Database Schema (PostgreSQL)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Core data model powering the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515600" cy="4572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99669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-- USERS: Authentication &amp; identity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users (id UUID PK, username VARCHAR UNIQUE, password_hash, created_at, updated_at)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-- FUNCTIONS: Lambda definitions + compiled WASM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functions (id TEXT PK, user_id UUID FK→users, name, runtime, memory_mb,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       source_code TEXT, wasm_ref BYTEA, run_type, created_at, updated_at)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-- EXECUTIONS: Invocation tracking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executions (id UUID PK, lambda_id TEXT FK→functions, reference_id, input JSONB,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        status, output JSONB, error TEXT, started_at, finished_at, duration_ms, memory_used_mb)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-- LOGS: Centralized observability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logs (id UUID PK, request_id, function_name, level, message, details, timestamp)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-- POLICIES: Per-user execution &amp; compute limits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policies (id UUID PK, user_id FK→users, max_executions_per_day INT DEFAULT 100,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      max_compute_mb_per_cycle INT DEFAULT 10240, allowed_runtimes TEXT[], max_concurrent_tasks)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-- BILLING: Rolling usage tracking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billing_usage (id UUID PK, user_id FK→users, cycle_start DATE,</a:t>
            </a:r>
          </a:p>
          <a:p>
            <a:pPr>
              <a:spcAft>
                <a:spcPts val="200"/>
              </a:spcAft>
              <a:defRPr sz="1100">
                <a:solidFill>
                  <a:srgbClr val="E2E8F0"/>
                </a:solidFill>
                <a:latin typeface="Courier New"/>
              </a:defRPr>
            </a:pPr>
            <a:r>
              <a:t>               executions_count INT, compute_mb_used INT, last_updated)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MILF · Mobile Infra for Lambdas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17/20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Queue Algorithm &amp; Job Dispatch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From function invocation to mobile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</a:defRPr>
            </a:pPr>
            <a:r>
              <a:t>1. Client invokes function → POST /api/v1/functions/invoke {id, input}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</a:defRPr>
            </a:pPr>
            <a:r>
              <a:t>2. Gateway receives request → LambdaService.TriggerLambda()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</a:defRPr>
            </a:pPr>
            <a:r>
              <a:t>   • Creates Execution record (status: "pending")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</a:defRPr>
            </a:pPr>
            <a:r>
              <a:t>   • Marshals input as TaskEnvelope JSON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</a:defRPr>
            </a:pPr>
            <a:r>
              <a:t>3. Orchestrator.DispatchOrEnqueue() checks: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</a:defRPr>
            </a:pPr>
            <a:r>
              <a:t>   a) Is there an active sink with this lambda loaded? → Direct WebSocket dispatch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</a:defRPr>
            </a:pPr>
            <a:r>
              <a:t>   b) No active sink? → QueueService.Enqueue() routes job to RAM-bucketed queue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</a:defRPr>
            </a:pPr>
            <a:r>
              <a:t>4. QueueSelector.SelectQueue() algorithm: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</a:defRPr>
            </a:pPr>
            <a:r>
              <a:t>   • Iterates sorted queue pool (0-1024MB, 1025-4096MB, 4097-8192MB)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</a:defRPr>
            </a:pPr>
            <a:r>
              <a:t>   • Selects queue where job's maxRam fits within the resource range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</a:defRPr>
            </a:pPr>
            <a:r>
              <a:t>5. Mobile sink sends Heartbeat → SinkManager matches capacity → ClaimNextJob()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</a:defRPr>
            </a:pPr>
            <a:r>
              <a:t>   • Pops job from appropriate queue, inlines WASM bytes, sends via WebSocket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</a:defRPr>
            </a:pPr>
            <a:r>
              <a:t>6. WAMR executes on device → Result sent back via WebSocket → NotifyResult()</a:t>
            </a:r>
          </a:p>
          <a:p>
            <a:pPr>
              <a:spcAft>
                <a:spcPts val="500"/>
              </a:spcAft>
              <a:defRPr sz="1300">
                <a:solidFill>
                  <a:srgbClr val="475569"/>
                </a:solidFill>
              </a:defRPr>
            </a:pPr>
            <a:r>
              <a:t>   • Updates Execution to "completed", unblocks synchronous HTTP waiters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MILF · Mobile Infra for Lambdas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18/20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Security Model: Multi-Layer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How we protect both the platform and the consumer devices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3383280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Server-Side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Google OAuth 2.0 + JWT tokens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Per-user policy enforcement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Runtime allowlist (allowed_runtimes[])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Daily execution limits (100/day default)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Monthly compute quotas (10GB/cycle)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Input validation on all endpoints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CORS middleware protection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1168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011680"/>
            <a:ext cx="3383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Transport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WebSocket TLS encryption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JWT token on all API calls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Sink authentication (email/password)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Base64 WASM binary encoding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Heartbeat-based liveness checks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Stale sink auto-detection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Graceful WS disconnect handling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11680"/>
            <a:ext cx="33832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011680"/>
            <a:ext cx="3383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</a:defRPr>
            </a:pPr>
            <a:r>
              <a:t>Device-Side Sandbox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5146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WAMR linear memory isolation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No filesystem access for WASM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No network access for WASM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Seccomp syscall restrictions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Cgroup CPU/Memory limits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PID namespace isolation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30-second execution timeout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MILF · Mobile Infra for Lambdas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19/20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Recent Development Milestones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Key engineering achievements in the last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2C55E"/>
                </a:solidFill>
              </a:rPr>
              <a:t>▸ CRON Scheduler Implementation: </a:t>
            </a:r>
            <a:r>
              <a:rPr sz="1100">
                <a:solidFill>
                  <a:srgbClr val="475569"/>
                </a:solidFill>
              </a:rPr>
              <a:t>Periodic function execution with pause/resume controls. Functions can now run on cron schedules (run_type: 'periodic') independent of manual invocation.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2C55E"/>
                </a:solidFill>
              </a:rPr>
              <a:t>▸ PDF Generation via WASM: </a:t>
            </a:r>
            <a:r>
              <a:rPr sz="1100">
                <a:solidFill>
                  <a:srgbClr val="475569"/>
                </a:solidFill>
              </a:rPr>
              <a:t>End-to-end proof: C code compiled to WASM, executed on Android via WAMR, produces PDF output with embedded images. File results auto-uploaded to server.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2C55E"/>
                </a:solidFill>
              </a:rPr>
              <a:t>▸ WebSocket Migration: </a:t>
            </a:r>
            <a:r>
              <a:rPr sz="1100">
                <a:solidFill>
                  <a:srgbClr val="475569"/>
                </a:solidFill>
              </a:rPr>
              <a:t>Moved from HTTP polling to persistent WebSocket connections for task dispatch. Heartbeats, task assignments, and results all flow through a single WS channel.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2C55E"/>
                </a:solidFill>
              </a:rPr>
              <a:t>▸ Billing &amp; Policy Engine: </a:t>
            </a:r>
            <a:r>
              <a:rPr sz="1100">
                <a:solidFill>
                  <a:srgbClr val="475569"/>
                </a:solidFill>
              </a:rPr>
              <a:t>Per-user execution quotas (100/day), monthly compute caps (10GB), runtime allowlists. Usage tracking with automatic cycle reset.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2C55E"/>
                </a:solidFill>
              </a:rPr>
              <a:t>▸ Compat API Layer: </a:t>
            </a:r>
            <a:r>
              <a:rPr sz="1100">
                <a:solidFill>
                  <a:srgbClr val="475569"/>
                </a:solidFill>
              </a:rPr>
              <a:t>Legacy-compatible endpoints (/api/v1/functions/*) alongside clean REST API (/api/v1/lambdas/*). Both share the same LambdaService core.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2C55E"/>
                </a:solidFill>
              </a:rPr>
              <a:t>▸ File Store Module: </a:t>
            </a:r>
            <a:r>
              <a:rPr sz="1100">
                <a:solidFill>
                  <a:srgbClr val="475569"/>
                </a:solidFill>
              </a:rPr>
              <a:t>Binary file upload/download endpoints for WASM outputs (PDFs, images). Multipart upload from Android, CDN-style download via file ID.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MILF · Mobile Infra for Lambdas and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20/20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Technology Stack &amp; Future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75569"/>
                </a:solidFill>
              </a:defRPr>
            </a:pPr>
            <a:r>
              <a:t>What powers MILF and where we're headed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530352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Technology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Backend: Go 1.21+ · net/http · gorilla/websocket · PostgreSQL · JWT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Frontend: React · Vite · TypeScript · TailwindCSS · ShadcnUI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Mobile: Flutter · Kotlin · C++ · WAMR (WebAssembly Micro Runtime)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Compiler: wasi-sdk clang · --target=wasm32-wasi · Custom common_headers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011680"/>
            <a:ext cx="5303520" cy="45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366F1"/>
                </a:solidFill>
              </a:defRPr>
            </a:pPr>
            <a:r>
              <a:t>Project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5146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Central Server: ~15,000 LoC (Go)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React Client: ~5,000 LoC (TypeScript)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Mobile Sink: ~3,000 LoC (Dart) + 31KB C++ JNI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API Surface: 25+ REST endpoints + 1 WebSocket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530352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2C55E"/>
                </a:solidFill>
              </a:defRPr>
            </a:pPr>
            <a:r>
              <a:t>Completed Phases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177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✅ Phase 1: Core Lambda CRUD + WASM compilation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✅ Phase 2: CRON triggers (pause/resume/status)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✅ Phase 3: WebSocket task dispatch to mobile sinks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✅ Phase 4: Observability (logs, billing, usage tracking)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✅ Phase 5: Binary file I/O (PDF generation proof)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11480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114800"/>
            <a:ext cx="53035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251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Future 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6177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🔲 Multi-language support (Go, Rust, C++)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🔲 iOS consumer app (WAMR on Swift)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🔲 WASM streaming (chunk-based downloads)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🔲 Geo-distributed queue routing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</a:defRPr>
            </a:pPr>
            <a:r>
              <a:t>🔲 Incentive model (crypto/credits for compute)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