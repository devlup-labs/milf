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212121"/>
                </a:solidFill>
              </a:defRPr>
            </a:pPr>
            <a:r>
              <a:t>MILF: Mobile Infra for Lambdas and Files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424242"/>
                </a:solidFill>
              </a:defRPr>
            </a:pPr>
            <a:r>
              <a:t>A Distributed Serverless Platform for Mobile Compute Nodes</a:t>
            </a:r>
          </a:p>
          <a:p>
            <a:r>
              <a:t>Developed by Devlup Labs / adarshxsh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0C0"/>
                </a:solidFill>
              </a:defRPr>
            </a:pPr>
            <a:r>
              <a:t>What is MILF?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MILF transforms standard mobile devices into powerful compute nodes.</a:t>
            </a:r>
          </a:p>
          <a:p>
            <a:pPr lvl="1"/>
            <a:r>
              <a:t>Executes WebAssembly (WASM) lambdas in a secure, sandboxed environment.</a:t>
            </a:r>
          </a:p>
          <a:p>
            <a:pPr lvl="1"/>
            <a:r>
              <a:t>Enables distributed serverless computing leveraging mobile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0C0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424242"/>
                </a:solidFill>
              </a:defRPr>
            </a:pPr>
            <a:r>
              <a:t>Real-time Tasking: WebSocket-based push architecture</a:t>
            </a:r>
          </a:p>
          <a:p>
            <a:pPr>
              <a:defRPr>
                <a:solidFill>
                  <a:srgbClr val="424242"/>
                </a:solidFill>
              </a:defRPr>
            </a:pPr>
            <a:r>
              <a:t>On-the-fly Compilation: C code to WASM in milliseconds</a:t>
            </a:r>
          </a:p>
          <a:p>
            <a:pPr>
              <a:defRPr>
                <a:solidFill>
                  <a:srgbClr val="424242"/>
                </a:solidFill>
              </a:defRPr>
            </a:pPr>
            <a:r>
              <a:t>Secure Sandbox: WAMR (WebAssembly Micro Runtime) with WASI</a:t>
            </a:r>
          </a:p>
          <a:p>
            <a:pPr>
              <a:defRPr>
                <a:solidFill>
                  <a:srgbClr val="424242"/>
                </a:solidFill>
              </a:defRPr>
            </a:pPr>
            <a:r>
              <a:t>Full-Stack Auth: Google OAuth 2.0 and JWT</a:t>
            </a:r>
          </a:p>
          <a:p>
            <a:pPr>
              <a:defRPr>
                <a:solidFill>
                  <a:srgbClr val="424242"/>
                </a:solidFill>
              </a:defRPr>
            </a:pPr>
            <a:r>
              <a:t>Live Monitoring: Real-time logs and status on React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0C0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CentralServer (Go, PostgreSQL)</a:t>
            </a:r>
          </a:p>
          <a:p>
            <a:pPr lvl="1"/>
            <a:r>
              <a:t>Orchestrator handling Auth, WASM compilation, Task Queues, WS Hubs</a:t>
            </a:r>
          </a:p>
          <a:p>
            <a:pPr>
              <a:defRPr b="1"/>
            </a:pPr>
            <a:r>
              <a:t>Client Dashboard (React, Vite, Tailwind)</a:t>
            </a:r>
          </a:p>
          <a:p>
            <a:pPr lvl="1"/>
            <a:r>
              <a:t>Developer UI to create, dispatch, and monitor lambdas</a:t>
            </a:r>
          </a:p>
          <a:p>
            <a:pPr>
              <a:defRPr b="1"/>
            </a:pPr>
            <a:r>
              <a:t>Mobile Node (Flutter, C++, WAMR)</a:t>
            </a:r>
          </a:p>
          <a:p>
            <a:pPr lvl="1"/>
            <a:r>
              <a:t>Android app acting as the execution sink via Websockets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0C0"/>
                </a:solidFill>
              </a:defRPr>
            </a:pPr>
            <a:r>
              <a:t>Mobile Node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424242"/>
                </a:solidFill>
              </a:defRPr>
            </a:pPr>
            <a:r>
              <a:t>Flutter handles UI, state management, and WebSocket connections.</a:t>
            </a:r>
          </a:p>
          <a:p>
            <a:pPr>
              <a:defRPr>
                <a:solidFill>
                  <a:srgbClr val="424242"/>
                </a:solidFill>
              </a:defRPr>
            </a:pPr>
            <a:r>
              <a:t>Method Channels bridge Dart and Kotlin.</a:t>
            </a:r>
          </a:p>
          <a:p>
            <a:pPr>
              <a:defRPr>
                <a:solidFill>
                  <a:srgbClr val="424242"/>
                </a:solidFill>
              </a:defRPr>
            </a:pPr>
            <a:r>
              <a:t>Android Native (Kotlin) handles low-level scheduling and resources.</a:t>
            </a:r>
          </a:p>
          <a:p>
            <a:pPr>
              <a:defRPr>
                <a:solidFill>
                  <a:srgbClr val="424242"/>
                </a:solidFill>
              </a:defRPr>
            </a:pPr>
            <a:r>
              <a:t>JNI links Kotlin to C++.</a:t>
            </a:r>
          </a:p>
          <a:p>
            <a:pPr>
              <a:defRPr>
                <a:solidFill>
                  <a:srgbClr val="424242"/>
                </a:solidFill>
              </a:defRPr>
            </a:pPr>
            <a:r>
              <a:t>WASM Engine (WAMR) safely executes the compiled binary.</a:t>
            </a:r>
          </a:p>
          <a:p>
            <a:pPr>
              <a:defRPr>
                <a:solidFill>
                  <a:srgbClr val="424242"/>
                </a:solidFill>
              </a:defRPr>
            </a:pPr>
            <a:r>
              <a:t>Features: Resource monitoring, sandbox capability policies, OOM watching.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0C0"/>
                </a:solidFill>
              </a:defRPr>
            </a:pPr>
            <a:r>
              <a:t>Security &amp; Execution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424242"/>
                </a:solidFill>
              </a:defRPr>
            </a:pPr>
            <a:r>
              <a:t>WebAssembly Isolation: Zero-trust per-execution sandbox on mobile.</a:t>
            </a:r>
          </a:p>
          <a:p>
            <a:pPr>
              <a:defRPr>
                <a:solidFill>
                  <a:srgbClr val="424242"/>
                </a:solidFill>
              </a:defRPr>
            </a:pPr>
            <a:r>
              <a:t>Payload Handling: Structured TaskEnvelope JSON via WebSockets.</a:t>
            </a:r>
          </a:p>
          <a:p>
            <a:pPr>
              <a:defRPr>
                <a:solidFill>
                  <a:srgbClr val="424242"/>
                </a:solidFill>
              </a:defRPr>
            </a:pPr>
            <a:r>
              <a:t>Memory Management: Linear memory allocators, memory quotas, and OOM watchers.</a:t>
            </a:r>
          </a:p>
          <a:p>
            <a:pPr>
              <a:defRPr>
                <a:solidFill>
                  <a:srgbClr val="424242"/>
                </a:solidFill>
              </a:defRPr>
            </a:pPr>
            <a:r>
              <a:t>Policies: Per-user execution and compute usage limits.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0C0"/>
                </a:solidFill>
              </a:defRPr>
            </a:pPr>
            <a:r>
              <a:t>Current State &amp;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424242"/>
                </a:solidFill>
              </a:defRPr>
            </a:pPr>
            <a:r>
              <a:t>Currently Working On:</a:t>
            </a:r>
          </a:p>
          <a:p>
            <a:pPr lvl="1">
              <a:defRPr>
                <a:solidFill>
                  <a:srgbClr val="424242"/>
                </a:solidFill>
              </a:defRPr>
            </a:pPr>
            <a:r>
              <a:t>  - Improving task dispatch logic to mobile sinks.</a:t>
            </a:r>
          </a:p>
          <a:p>
            <a:pPr lvl="1">
              <a:defRPr>
                <a:solidFill>
                  <a:srgbClr val="424242"/>
                </a:solidFill>
              </a:defRPr>
            </a:pPr>
            <a:r>
              <a:t>  - Advanced WASM execution (like image to PDF pipelines).</a:t>
            </a:r>
          </a:p>
          <a:p>
            <a:pPr lvl="1">
              <a:defRPr>
                <a:solidFill>
                  <a:srgbClr val="424242"/>
                </a:solidFill>
              </a:defRPr>
            </a:pPr>
            <a:r>
              <a:t>  - CRON based scheduling for WASM functions.</a:t>
            </a:r>
          </a:p>
          <a:p>
            <a:pPr>
              <a:defRPr>
                <a:solidFill>
                  <a:srgbClr val="424242"/>
                </a:solidFill>
              </a:defRPr>
            </a:pPr>
            <a:r>
              <a:t>Future Enhancements:</a:t>
            </a:r>
          </a:p>
          <a:p>
            <a:pPr lvl="1">
              <a:defRPr>
                <a:solidFill>
                  <a:srgbClr val="424242"/>
                </a:solidFill>
              </a:defRPr>
            </a:pPr>
            <a:r>
              <a:t>  - Cross-platform worker nodes (iOS, Desktop).</a:t>
            </a:r>
          </a:p>
          <a:p>
            <a:pPr lvl="1">
              <a:defRPr>
                <a:solidFill>
                  <a:srgbClr val="424242"/>
                </a:solidFill>
              </a:defRPr>
            </a:pPr>
            <a:r>
              <a:t>  - More language support for compiling lambdas.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